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WebSphere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directories, sample paths, installed &amp; deployed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Key Installation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Sample Files : </a:t>
            </a:r>
            <a:r>
              <a:rPr lang="en-US" dirty="0" smtClean="0"/>
              <a:t>installable Apps  </a:t>
            </a:r>
            <a:r>
              <a:rPr lang="en-US" dirty="0" smtClean="0"/>
              <a:t>- Contains the default WAS application  which </a:t>
            </a:r>
            <a:r>
              <a:rPr lang="en-US" dirty="0" smtClean="0"/>
              <a:t>can </a:t>
            </a:r>
            <a:r>
              <a:rPr lang="en-US" dirty="0" smtClean="0"/>
              <a:t>be installed or not contain s the defaultApplication.ear example application </a:t>
            </a:r>
          </a:p>
          <a:p>
            <a:pPr marL="514350" indent="-514350">
              <a:buAutoNum type="arabicPeriod"/>
            </a:pPr>
            <a:r>
              <a:rPr lang="en-US" dirty="0" smtClean="0"/>
              <a:t>\</a:t>
            </a:r>
            <a:r>
              <a:rPr lang="en-US" dirty="0" err="1" smtClean="0"/>
              <a:t>WASRoot</a:t>
            </a:r>
            <a:r>
              <a:rPr lang="en-US" dirty="0" smtClean="0"/>
              <a:t>\profiles\</a:t>
            </a:r>
            <a:r>
              <a:rPr lang="en-US" dirty="0" err="1" smtClean="0"/>
              <a:t>profile_name</a:t>
            </a:r>
            <a:r>
              <a:rPr lang="en-US" dirty="0" smtClean="0"/>
              <a:t>\</a:t>
            </a:r>
            <a:r>
              <a:rPr lang="en-US" dirty="0" err="1" smtClean="0"/>
              <a:t>wastemp</a:t>
            </a:r>
            <a:r>
              <a:rPr lang="en-US" dirty="0" smtClean="0"/>
              <a:t> : </a:t>
            </a:r>
            <a:r>
              <a:rPr lang="en-US" dirty="0" err="1" smtClean="0"/>
              <a:t>wstemp</a:t>
            </a:r>
            <a:r>
              <a:rPr lang="en-US" dirty="0" smtClean="0"/>
              <a:t> is a  workspace temporary directory. Any changes that you can make to the configuration are </a:t>
            </a:r>
            <a:r>
              <a:rPr lang="en-US" dirty="0" err="1" smtClean="0"/>
              <a:t>stoed</a:t>
            </a:r>
            <a:r>
              <a:rPr lang="en-US" dirty="0" smtClean="0"/>
              <a:t> in the </a:t>
            </a:r>
            <a:r>
              <a:rPr lang="en-US" dirty="0" err="1" smtClean="0"/>
              <a:t>wsteam</a:t>
            </a:r>
            <a:r>
              <a:rPr lang="en-US" dirty="0" smtClean="0"/>
              <a:t> directory temporarily. (size  for an app, until you save the changes)</a:t>
            </a:r>
          </a:p>
          <a:p>
            <a:pPr marL="514350" indent="-514350">
              <a:buAutoNum type="arabicPeriod"/>
            </a:pPr>
            <a:r>
              <a:rPr lang="en-US" dirty="0" smtClean="0"/>
              <a:t>Installed Apps :- \</a:t>
            </a:r>
            <a:r>
              <a:rPr lang="en-US" dirty="0" err="1" smtClean="0"/>
              <a:t>WASRoot</a:t>
            </a:r>
            <a:r>
              <a:rPr lang="en-US" dirty="0" smtClean="0"/>
              <a:t>\profiles\</a:t>
            </a:r>
            <a:r>
              <a:rPr lang="en-US" dirty="0" err="1" smtClean="0"/>
              <a:t>profile_name</a:t>
            </a:r>
            <a:r>
              <a:rPr lang="en-US" dirty="0" smtClean="0"/>
              <a:t>\</a:t>
            </a:r>
            <a:r>
              <a:rPr lang="en-US" dirty="0" err="1" smtClean="0"/>
              <a:t>installedApps</a:t>
            </a:r>
            <a:r>
              <a:rPr lang="en-US" dirty="0" smtClean="0"/>
              <a:t>\</a:t>
            </a:r>
            <a:r>
              <a:rPr lang="en-US" dirty="0" err="1" smtClean="0"/>
              <a:t>cell_name</a:t>
            </a:r>
            <a:r>
              <a:rPr lang="en-US" dirty="0" smtClean="0"/>
              <a:t>\</a:t>
            </a:r>
          </a:p>
          <a:p>
            <a:pPr marL="514350" indent="-514350">
              <a:buAutoNum type="arabicPeriod"/>
            </a:pPr>
            <a:r>
              <a:rPr lang="en-US" dirty="0" smtClean="0"/>
              <a:t>Contains the deployed applications installed on Websphere</a:t>
            </a:r>
          </a:p>
          <a:p>
            <a:pPr marL="514350" indent="-514350">
              <a:buAutoNum type="arabicPeriod"/>
            </a:pPr>
            <a:r>
              <a:rPr lang="en-US" dirty="0" smtClean="0"/>
              <a:t>Server Port Information - \</a:t>
            </a:r>
            <a:r>
              <a:rPr lang="en-US" dirty="0" err="1" smtClean="0"/>
              <a:t>WASRoot</a:t>
            </a:r>
            <a:r>
              <a:rPr lang="en-US" dirty="0" smtClean="0"/>
              <a:t>\profiles\</a:t>
            </a:r>
            <a:r>
              <a:rPr lang="en-US" dirty="0" err="1" smtClean="0"/>
              <a:t>profile_name</a:t>
            </a:r>
            <a:r>
              <a:rPr lang="en-US" dirty="0" smtClean="0"/>
              <a:t>\</a:t>
            </a:r>
            <a:r>
              <a:rPr lang="en-US" dirty="0" err="1" smtClean="0"/>
              <a:t>installedApps</a:t>
            </a:r>
            <a:r>
              <a:rPr lang="en-US" dirty="0" smtClean="0"/>
              <a:t>\</a:t>
            </a:r>
            <a:r>
              <a:rPr lang="en-US" dirty="0" err="1" smtClean="0"/>
              <a:t>cell_name</a:t>
            </a:r>
            <a:r>
              <a:rPr lang="en-US" dirty="0" smtClean="0"/>
              <a:t>\nodes\</a:t>
            </a:r>
            <a:r>
              <a:rPr lang="en-US" dirty="0" err="1" smtClean="0"/>
              <a:t>nodename</a:t>
            </a:r>
            <a:r>
              <a:rPr lang="en-US" dirty="0" smtClean="0"/>
              <a:t>\serverindex.xml.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Installed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Location:</a:t>
            </a:r>
          </a:p>
          <a:p>
            <a:r>
              <a:rPr sz="2000"/>
              <a:t>&lt;PROFILE_ROOT&gt;/installedApps/&lt;cell&gt;/</a:t>
            </a:r>
          </a:p>
          <a:p>
            <a:r>
              <a:rPr sz="2000"/>
              <a:t>Example:</a:t>
            </a:r>
          </a:p>
          <a:p>
            <a:r>
              <a:rPr lang="en-US" sz="2000" dirty="0" smtClean="0"/>
              <a:t>/opt/IBM/WAS/9.0/profiles/AppServ05/</a:t>
            </a:r>
            <a:r>
              <a:rPr lang="en-US" sz="2000" dirty="0" err="1" smtClean="0"/>
              <a:t>installedApps</a:t>
            </a:r>
            <a:r>
              <a:rPr lang="en-US" sz="2000" dirty="0" smtClean="0"/>
              <a:t>/ip-172-31-19-246Node02Cell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Deployed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Runtime deployment paths:</a:t>
            </a:r>
          </a:p>
          <a:p>
            <a:r>
              <a:t>- temp/: JSP compiled files</a:t>
            </a:r>
          </a:p>
          <a:p>
            <a:r>
              <a:t>- wstemp/: Deployment workspace</a:t>
            </a:r>
          </a:p>
          <a:p>
            <a:r>
              <a:t>- config/: Application config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/>
              <a:t>Websphere Deployment  - Refer word file for more details </a:t>
            </a:r>
            <a:endParaRPr lang="en-US" sz="2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000" dirty="0" smtClean="0"/>
              <a:t>Package selection 2 ways </a:t>
            </a:r>
          </a:p>
          <a:p>
            <a:pPr marL="514350" indent="-514350">
              <a:buAutoNum type="arabicPeriod"/>
            </a:pPr>
            <a:r>
              <a:rPr lang="en-US" sz="2000" dirty="0" smtClean="0"/>
              <a:t>Select from local </a:t>
            </a:r>
          </a:p>
          <a:p>
            <a:pPr marL="514350" indent="-514350">
              <a:buAutoNum type="arabicPeriod"/>
            </a:pPr>
            <a:r>
              <a:rPr lang="en-US" sz="2000" dirty="0" smtClean="0"/>
              <a:t>Select form remote server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80159"/>
          </a:xfrm>
        </p:spPr>
        <p:txBody>
          <a:bodyPr/>
          <a:lstStyle/>
          <a:p>
            <a:pPr algn="l"/>
            <a:r>
              <a:rPr lang="en-US" dirty="0" smtClean="0"/>
              <a:t>Access of application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6437" y="1280160"/>
            <a:ext cx="7265963" cy="4358640"/>
          </a:xfrm>
        </p:spPr>
        <p:txBody>
          <a:bodyPr/>
          <a:lstStyle/>
          <a:p>
            <a:pPr algn="l"/>
            <a:r>
              <a:rPr lang="en-US" sz="2000" dirty="0" smtClean="0"/>
              <a:t>URL -  http://hostname:port /</a:t>
            </a:r>
            <a:r>
              <a:rPr lang="en-US" sz="2000" dirty="0" err="1" smtClean="0"/>
              <a:t>cotextroot</a:t>
            </a:r>
            <a:r>
              <a:rPr lang="en-US" sz="2000" dirty="0" smtClean="0"/>
              <a:t>/URL</a:t>
            </a:r>
          </a:p>
          <a:p>
            <a:pPr algn="l"/>
            <a:endParaRPr lang="en-US" sz="2000" dirty="0" smtClean="0"/>
          </a:p>
          <a:p>
            <a:pPr algn="l"/>
            <a:r>
              <a:rPr lang="en-US" sz="2000" dirty="0" smtClean="0"/>
              <a:t>Virtual host – Environment -&gt; virtual host post should be in this place.</a:t>
            </a:r>
          </a:p>
          <a:p>
            <a:pPr algn="l"/>
            <a:endParaRPr lang="en-US" sz="2000" dirty="0" smtClean="0"/>
          </a:p>
          <a:p>
            <a:pPr algn="l"/>
            <a:r>
              <a:rPr lang="en-US" sz="2000" dirty="0" smtClean="0"/>
              <a:t>Port – Application server -&gt; </a:t>
            </a:r>
            <a:r>
              <a:rPr lang="en-US" sz="2000" dirty="0" err="1" smtClean="0"/>
              <a:t>clieck</a:t>
            </a:r>
            <a:r>
              <a:rPr lang="en-US" sz="2000" dirty="0" smtClean="0"/>
              <a:t> on Server name &gt; ports &gt;(</a:t>
            </a:r>
            <a:r>
              <a:rPr lang="en-US" sz="2000" dirty="0" err="1" smtClean="0"/>
              <a:t>WC_defaulthost</a:t>
            </a:r>
            <a:r>
              <a:rPr lang="en-US" sz="2000" dirty="0" smtClean="0"/>
              <a:t>)</a:t>
            </a:r>
          </a:p>
          <a:p>
            <a:pPr algn="l"/>
            <a:endParaRPr lang="en-US" sz="2000" dirty="0" smtClean="0"/>
          </a:p>
          <a:p>
            <a:pPr algn="l"/>
            <a:r>
              <a:rPr lang="en-US" sz="2000" dirty="0" smtClean="0"/>
              <a:t>Context Root:</a:t>
            </a:r>
          </a:p>
          <a:p>
            <a:pPr algn="l"/>
            <a:endParaRPr lang="en-US" sz="2000" dirty="0" smtClean="0"/>
          </a:p>
          <a:p>
            <a:pPr algn="l"/>
            <a:r>
              <a:rPr lang="en-US" sz="2000" dirty="0" smtClean="0"/>
              <a:t>Application &gt; Click on application name &gt; Context root for web modules</a:t>
            </a:r>
          </a:p>
          <a:p>
            <a:pPr algn="l"/>
            <a:endParaRPr lang="en-US" sz="20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Logs &amp;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log paths:</a:t>
            </a:r>
          </a:p>
          <a:p>
            <a:r>
              <a:t>- SystemOut.log: &lt;PROFILE_ROOT&gt;/logs/&lt;server</a:t>
            </a:r>
            <a:r>
              <a:rPr/>
              <a:t>&gt;/</a:t>
            </a:r>
            <a:r>
              <a:rPr smtClean="0"/>
              <a:t>SystemOut.log</a:t>
            </a:r>
            <a:r>
              <a:rPr lang="en-US" dirty="0" smtClean="0"/>
              <a:t>/</a:t>
            </a:r>
            <a:r>
              <a:rPr lang="en-US" dirty="0" err="1" smtClean="0"/>
              <a:t>systemerror.logs</a:t>
            </a:r>
            <a:endParaRPr/>
          </a:p>
          <a:p>
            <a:r>
              <a:t>- FFDC: &lt;PROFILE_ROOT&gt;/ffdc/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236</Words>
  <Application>Microsoft Macintosh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WebSphere Deployment</vt:lpstr>
      <vt:lpstr>Key Installation Paths</vt:lpstr>
      <vt:lpstr>Installed Applications</vt:lpstr>
      <vt:lpstr>Deployed Applications</vt:lpstr>
      <vt:lpstr>Websphere Deployment  - Refer word file for more details </vt:lpstr>
      <vt:lpstr>Access of application </vt:lpstr>
      <vt:lpstr>Logs &amp; Troubleshooting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WebSphere Deployment</dc:title>
  <dc:creator>Tanaji Bajgire</dc:creator>
  <dc:description>generated using python-pptx</dc:description>
  <cp:lastModifiedBy>Tanaji Bajgire</cp:lastModifiedBy>
  <cp:revision>23</cp:revision>
  <dcterms:created xsi:type="dcterms:W3CDTF">2013-01-27T09:14:16Z</dcterms:created>
  <dcterms:modified xsi:type="dcterms:W3CDTF">2025-11-28T09:30:08Z</dcterms:modified>
</cp:coreProperties>
</file>