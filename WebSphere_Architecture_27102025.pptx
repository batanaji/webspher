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docs/en/wa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WebSphere Application Server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</a:t>
            </a:r>
            <a:r>
              <a:rPr/>
              <a:t>of </a:t>
            </a:r>
            <a:r>
              <a:rPr smtClean="0"/>
              <a:t>WAS </a:t>
            </a:r>
            <a:r>
              <a:rPr lang="en-US" dirty="0" smtClean="0"/>
              <a:t>9.0 and WL </a:t>
            </a:r>
            <a:r>
              <a:rPr smtClean="0"/>
              <a:t>for </a:t>
            </a:r>
            <a:r>
              <a:rPr smtClean="0"/>
              <a:t>Beginners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WebSphere Application Server (WAS)?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WAS is a Java EE-based application server developed by IBM.</a:t>
            </a:r>
          </a:p>
          <a:p>
            <a:r>
              <a:t>Provides an environment to deploy, manage, and run Java applications.</a:t>
            </a:r>
          </a:p>
          <a:p>
            <a:r>
              <a:t>Supports web applications, enterprise applications (EARs), and web services.</a:t>
            </a:r>
          </a:p>
          <a:p>
            <a:r>
              <a:t>Competes with Oracle WebLogic Server (WL) and Red Hat JBoss/WildFly.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Application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Bridge between clients (browser/mobile) and backend systems (databases, legacy systems).</a:t>
            </a:r>
          </a:p>
          <a:p>
            <a:r>
              <a:t>Provide application hosting, security, transaction processing, scalability, and integration.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r>
              <a:t>Core Components:</a:t>
            </a:r>
          </a:p>
          <a:p>
            <a:r>
              <a:t>- Application Server: Runs Java EE applications.</a:t>
            </a:r>
          </a:p>
          <a:p>
            <a:r>
              <a:t>- Administrative Console: GUI for managing configuration and deployments.</a:t>
            </a:r>
          </a:p>
          <a:p>
            <a:r>
              <a:t>- Deployment Manager (DMGR): Central controller for clusters and nodes.</a:t>
            </a:r>
          </a:p>
          <a:p>
            <a:r>
              <a:t>- Node Agent: Communicates between DMGR and node servers.</a:t>
            </a:r>
          </a:p>
          <a:p>
            <a:r>
              <a:t>- Web Server Plug-in: Routes web requests to appropriate application servers.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Standalone Server: Single server for small environments or development.</a:t>
            </a:r>
          </a:p>
          <a:p>
            <a:r>
              <a:t>2. Network Deployment (ND): Clustered environment with multiple servers managed by DMGR.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WebSphere Versions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| Key Features</a:t>
            </a:r>
          </a:p>
          <a:p>
            <a:r>
              <a:t>WAS 6.x: Basic J2EE 1.4 support</a:t>
            </a:r>
          </a:p>
          <a:p>
            <a:r>
              <a:t>WAS 7.x: Java EE 5 support, improved admin tools</a:t>
            </a:r>
          </a:p>
          <a:p>
            <a:r>
              <a:t>WAS 8.x: Java EE 6, improved security</a:t>
            </a:r>
          </a:p>
          <a:p>
            <a:r>
              <a:t>WAS 9.x: Java EE 7, cloud integration</a:t>
            </a:r>
          </a:p>
          <a:p>
            <a:r>
              <a:t>WAS Liberty: Lightweight, cloud-native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WAS vs WebLogic – Quick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Feature | IBM WebSphere | Oracle WebLogic</a:t>
            </a:r>
          </a:p>
          <a:p>
            <a:r>
              <a:t>Vendor | IBM | Oracle</a:t>
            </a:r>
          </a:p>
          <a:p>
            <a:r>
              <a:t>Lightweight Option | Liberty Profile | WebLogic MicroEdition</a:t>
            </a:r>
          </a:p>
          <a:p>
            <a:r>
              <a:t>Admin Console | Integrated Web Console | Fusion Middleware Console</a:t>
            </a:r>
          </a:p>
          <a:p>
            <a:r>
              <a:t>Cloud Integration | IBM Cloud, OpenShift | Oracle Cloud</a:t>
            </a:r>
          </a:p>
          <a:p>
            <a:r>
              <a:t>Use Cases | Enterprise-grade, Banking | Middleware-heavy, Enterprise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Applications are packaged as EAR/WAR/JAR files.</a:t>
            </a:r>
          </a:p>
          <a:p>
            <a:r>
              <a:t>Deployment options: Admin Console (GUI), command-line tools (wsadmin, WLST), scripting and automation.</a:t>
            </a:r>
          </a:p>
          <a:p>
            <a:r>
              <a:t>Admin tasks: start/stop servers, manage clusters, configure resources, monitor performance and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Both WAS and WL are powerful enterprise application servers.</a:t>
            </a:r>
          </a:p>
          <a:p>
            <a:r>
              <a:t>They share core Java EE principles but differ in implementation and tools.</a:t>
            </a:r>
          </a:p>
          <a:p>
            <a:r>
              <a:t>WAS Liberty and WL 14c are modern, cloud-ready versions.</a:t>
            </a:r>
          </a:p>
          <a:p>
            <a:r>
              <a:t>Understanding architecture helps in administration, deployment, and troubleshooting.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IBM WebSphere Docs: </a:t>
            </a:r>
            <a:r>
              <a:rPr>
                <a:hlinkClick r:id="rId2"/>
              </a:rPr>
              <a:t>https://www.ibm.com/docs/en/was</a:t>
            </a:r>
            <a:endParaRPr/>
          </a:p>
          <a:p>
            <a:r>
              <a:rPr smtClean="0"/>
              <a:t>Java </a:t>
            </a:r>
            <a:r>
              <a:t>EE / Jakarta EE: https://jakarta.ee/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420</Words>
  <Application>Microsoft Macintosh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Introduction to WebSphere Application Server Architecture</vt:lpstr>
      <vt:lpstr>What is WebSphere Application Server (WAS)?</vt:lpstr>
      <vt:lpstr>Role of Application Servers</vt:lpstr>
      <vt:lpstr>WAS Architecture Overview</vt:lpstr>
      <vt:lpstr>WAS Topology</vt:lpstr>
      <vt:lpstr>WebSphere Versions Overview</vt:lpstr>
      <vt:lpstr>WAS vs WebLogic – Quick Comparison</vt:lpstr>
      <vt:lpstr>Deployment and Administration</vt:lpstr>
      <vt:lpstr>Key Takeaways</vt:lpstr>
      <vt:lpstr>References &amp; Further Reading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WebSphere Application Server Architecture</dc:title>
  <dc:subject/>
  <dc:creator/>
  <cp:keywords/>
  <dc:description>generated using python-pptx</dc:description>
  <cp:lastModifiedBy>Tanaji Bajgire</cp:lastModifiedBy>
  <cp:revision>11</cp:revision>
  <dcterms:created xsi:type="dcterms:W3CDTF">2013-01-27T09:14:16Z</dcterms:created>
  <dcterms:modified xsi:type="dcterms:W3CDTF">2025-10-27T10:34:43Z</dcterms:modified>
  <cp:category/>
</cp:coreProperties>
</file>